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60"/>
  </p:normalViewPr>
  <p:slideViewPr>
    <p:cSldViewPr snapToGrid="0">
      <p:cViewPr varScale="1">
        <p:scale>
          <a:sx n="123" d="100"/>
          <a:sy n="123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066AC-4231-B04B-95DD-5B641C25C9F2}" type="datetimeFigureOut">
              <a:rPr lang="en-RO" smtClean="0"/>
              <a:t>13.01.2026</a:t>
            </a:fld>
            <a:endParaRPr lang="en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2D16B3-201B-9E47-9E35-EE054291FE4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192561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D16B3-201B-9E47-9E35-EE054291FE45}" type="slidenum">
              <a:rPr lang="en-RO" smtClean="0"/>
              <a:t>13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093375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8F76A-B065-1D70-68C7-C86993B23F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RO" dirty="0"/>
              <a:t>Travel Recommendation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6F4EA-AA96-476D-BBED-1E438E3A71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RO" dirty="0"/>
              <a:t>Pop Alex</a:t>
            </a:r>
          </a:p>
        </p:txBody>
      </p:sp>
    </p:spTree>
    <p:extLst>
      <p:ext uri="{BB962C8B-B14F-4D97-AF65-F5344CB8AC3E}">
        <p14:creationId xmlns:p14="http://schemas.microsoft.com/office/powerpoint/2010/main" val="3225975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90065-8433-FDCD-54D4-4324D30C5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Context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motivație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FDAB5-4AB7-7B60-E3F2-47A1E22AA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O" dirty="0"/>
              <a:t>Context General</a:t>
            </a:r>
          </a:p>
          <a:p>
            <a:pPr lvl="1"/>
            <a:r>
              <a:rPr lang="en-GB" dirty="0" err="1"/>
              <a:t>Planificarea</a:t>
            </a:r>
            <a:r>
              <a:rPr lang="en-GB" dirty="0"/>
              <a:t> </a:t>
            </a:r>
            <a:r>
              <a:rPr lang="en-GB" dirty="0" err="1"/>
              <a:t>călătoriilor</a:t>
            </a:r>
            <a:r>
              <a:rPr lang="en-GB" dirty="0"/>
              <a:t> </a:t>
            </a:r>
            <a:r>
              <a:rPr lang="en-GB" dirty="0" err="1"/>
              <a:t>implică</a:t>
            </a:r>
            <a:r>
              <a:rPr lang="en-GB" dirty="0"/>
              <a:t> multiple </a:t>
            </a:r>
            <a:r>
              <a:rPr lang="en-GB" dirty="0" err="1"/>
              <a:t>documente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informații</a:t>
            </a:r>
            <a:endParaRPr lang="en-GB" dirty="0"/>
          </a:p>
          <a:p>
            <a:pPr lvl="1"/>
            <a:r>
              <a:rPr lang="en-GB" dirty="0" err="1"/>
              <a:t>Utilizatorii</a:t>
            </a:r>
            <a:r>
              <a:rPr lang="en-GB" dirty="0"/>
              <a:t> au </a:t>
            </a:r>
            <a:r>
              <a:rPr lang="en-GB" dirty="0" err="1"/>
              <a:t>nevoie</a:t>
            </a:r>
            <a:r>
              <a:rPr lang="en-GB" dirty="0"/>
              <a:t> de </a:t>
            </a:r>
            <a:r>
              <a:rPr lang="en-GB" dirty="0" err="1"/>
              <a:t>recomandări</a:t>
            </a:r>
            <a:r>
              <a:rPr lang="en-GB" dirty="0"/>
              <a:t> </a:t>
            </a:r>
            <a:r>
              <a:rPr lang="en-GB" dirty="0" err="1"/>
              <a:t>personalizate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structurate</a:t>
            </a:r>
            <a:endParaRPr lang="en-GB" dirty="0"/>
          </a:p>
          <a:p>
            <a:pPr lvl="1"/>
            <a:r>
              <a:rPr lang="en-GB" dirty="0" err="1"/>
              <a:t>Integrarea</a:t>
            </a:r>
            <a:r>
              <a:rPr lang="en-GB" dirty="0"/>
              <a:t> AI </a:t>
            </a:r>
            <a:r>
              <a:rPr lang="en-GB" dirty="0" err="1"/>
              <a:t>permite</a:t>
            </a:r>
            <a:r>
              <a:rPr lang="en-GB" dirty="0"/>
              <a:t> </a:t>
            </a:r>
            <a:r>
              <a:rPr lang="en-GB" dirty="0" err="1"/>
              <a:t>analiză</a:t>
            </a:r>
            <a:r>
              <a:rPr lang="en-GB" dirty="0"/>
              <a:t> </a:t>
            </a:r>
            <a:r>
              <a:rPr lang="en-GB" dirty="0" err="1"/>
              <a:t>automată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sugestii</a:t>
            </a:r>
            <a:r>
              <a:rPr lang="en-GB" dirty="0"/>
              <a:t> </a:t>
            </a:r>
            <a:r>
              <a:rPr lang="en-GB" dirty="0" err="1"/>
              <a:t>relevante</a:t>
            </a:r>
            <a:endParaRPr lang="en-GB" dirty="0"/>
          </a:p>
          <a:p>
            <a:endParaRPr lang="en-RO" dirty="0"/>
          </a:p>
          <a:p>
            <a:r>
              <a:rPr lang="en-RO" dirty="0"/>
              <a:t>Soluția propusă</a:t>
            </a:r>
          </a:p>
          <a:p>
            <a:pPr lvl="1"/>
            <a:r>
              <a:rPr lang="en-GB" dirty="0" err="1"/>
              <a:t>Aplicație</a:t>
            </a:r>
            <a:r>
              <a:rPr lang="en-GB" dirty="0"/>
              <a:t> web care </a:t>
            </a:r>
            <a:r>
              <a:rPr lang="en-GB" dirty="0" err="1"/>
              <a:t>generează</a:t>
            </a:r>
            <a:r>
              <a:rPr lang="en-GB" dirty="0"/>
              <a:t> </a:t>
            </a:r>
            <a:r>
              <a:rPr lang="en-GB" dirty="0" err="1"/>
              <a:t>itinerarii</a:t>
            </a:r>
            <a:r>
              <a:rPr lang="en-GB" dirty="0"/>
              <a:t> pe </a:t>
            </a:r>
            <a:r>
              <a:rPr lang="en-GB" dirty="0" err="1"/>
              <a:t>baza</a:t>
            </a:r>
            <a:r>
              <a:rPr lang="en-GB" dirty="0"/>
              <a:t> </a:t>
            </a:r>
            <a:r>
              <a:rPr lang="en-GB" dirty="0" err="1"/>
              <a:t>documentelor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dialogului</a:t>
            </a:r>
            <a:r>
              <a:rPr lang="en-GB" dirty="0"/>
              <a:t> cu AI</a:t>
            </a:r>
          </a:p>
        </p:txBody>
      </p:sp>
    </p:spTree>
    <p:extLst>
      <p:ext uri="{BB962C8B-B14F-4D97-AF65-F5344CB8AC3E}">
        <p14:creationId xmlns:p14="http://schemas.microsoft.com/office/powerpoint/2010/main" val="1411128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09D60-1734-09AF-83D2-39EB457DE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obiective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11C96-5C2E-F1AE-9705-4636CE00F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O" b="1" dirty="0"/>
              <a:t>Scopul aplicației</a:t>
            </a:r>
          </a:p>
          <a:p>
            <a:pPr lvl="1"/>
            <a:r>
              <a:rPr lang="en-GB" dirty="0" err="1"/>
              <a:t>Asistarea</a:t>
            </a:r>
            <a:r>
              <a:rPr lang="en-GB" dirty="0"/>
              <a:t> </a:t>
            </a:r>
            <a:r>
              <a:rPr lang="en-GB" dirty="0" err="1"/>
              <a:t>utilizatorului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planificarea</a:t>
            </a:r>
            <a:r>
              <a:rPr lang="en-GB" dirty="0"/>
              <a:t> </a:t>
            </a:r>
            <a:r>
              <a:rPr lang="en-GB" dirty="0" err="1"/>
              <a:t>completă</a:t>
            </a:r>
            <a:r>
              <a:rPr lang="en-GB" dirty="0"/>
              <a:t> a </a:t>
            </a:r>
            <a:r>
              <a:rPr lang="en-GB" dirty="0" err="1"/>
              <a:t>unei</a:t>
            </a:r>
            <a:r>
              <a:rPr lang="en-GB" dirty="0"/>
              <a:t> </a:t>
            </a:r>
            <a:r>
              <a:rPr lang="en-GB" dirty="0" err="1"/>
              <a:t>călătorii</a:t>
            </a:r>
            <a:endParaRPr lang="en-GB" dirty="0"/>
          </a:p>
          <a:p>
            <a:pPr lvl="1"/>
            <a:endParaRPr lang="en-RO" dirty="0"/>
          </a:p>
          <a:p>
            <a:pPr lvl="1"/>
            <a:endParaRPr lang="en-RO" dirty="0"/>
          </a:p>
          <a:p>
            <a:endParaRPr lang="en-RO" dirty="0"/>
          </a:p>
          <a:p>
            <a:r>
              <a:rPr lang="en-GB" b="1" dirty="0" err="1"/>
              <a:t>Obiective</a:t>
            </a:r>
            <a:r>
              <a:rPr lang="en-GB" b="1" dirty="0"/>
              <a:t> </a:t>
            </a:r>
            <a:r>
              <a:rPr lang="en-GB" b="1" dirty="0" err="1"/>
              <a:t>principale</a:t>
            </a:r>
            <a:endParaRPr lang="en-GB" dirty="0"/>
          </a:p>
          <a:p>
            <a:pPr lvl="1"/>
            <a:r>
              <a:rPr lang="en-GB" dirty="0" err="1"/>
              <a:t>Încărcare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procesare</a:t>
            </a:r>
            <a:r>
              <a:rPr lang="en-GB" dirty="0"/>
              <a:t> </a:t>
            </a:r>
            <a:r>
              <a:rPr lang="en-GB" dirty="0" err="1"/>
              <a:t>documente</a:t>
            </a:r>
            <a:r>
              <a:rPr lang="en-GB" dirty="0"/>
              <a:t> (</a:t>
            </a:r>
            <a:r>
              <a:rPr lang="en-GB" dirty="0" err="1"/>
              <a:t>bilete</a:t>
            </a:r>
            <a:r>
              <a:rPr lang="en-GB" dirty="0"/>
              <a:t>, </a:t>
            </a:r>
            <a:r>
              <a:rPr lang="en-GB" dirty="0" err="1"/>
              <a:t>cazare</a:t>
            </a:r>
            <a:r>
              <a:rPr lang="en-GB" dirty="0"/>
              <a:t>)</a:t>
            </a:r>
          </a:p>
          <a:p>
            <a:pPr lvl="1"/>
            <a:r>
              <a:rPr lang="en-GB" dirty="0" err="1"/>
              <a:t>Generare</a:t>
            </a:r>
            <a:r>
              <a:rPr lang="en-GB" dirty="0"/>
              <a:t> </a:t>
            </a:r>
            <a:r>
              <a:rPr lang="en-GB" dirty="0" err="1"/>
              <a:t>recomandări</a:t>
            </a:r>
            <a:r>
              <a:rPr lang="en-GB" dirty="0"/>
              <a:t> </a:t>
            </a:r>
            <a:r>
              <a:rPr lang="en-GB" dirty="0" err="1"/>
              <a:t>personalizate</a:t>
            </a:r>
            <a:endParaRPr lang="en-GB" dirty="0"/>
          </a:p>
          <a:p>
            <a:pPr lvl="1"/>
            <a:r>
              <a:rPr lang="en-GB" dirty="0" err="1"/>
              <a:t>Interfață</a:t>
            </a:r>
            <a:r>
              <a:rPr lang="en-GB" dirty="0"/>
              <a:t> </a:t>
            </a:r>
            <a:r>
              <a:rPr lang="en-GB" dirty="0" err="1"/>
              <a:t>intuitivă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ușor</a:t>
            </a:r>
            <a:r>
              <a:rPr lang="en-GB" dirty="0"/>
              <a:t> de </a:t>
            </a:r>
            <a:r>
              <a:rPr lang="en-GB" dirty="0" err="1"/>
              <a:t>utilizat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299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9EDFA0-6696-17B8-99BC-7167F0DF2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9" y="4473227"/>
            <a:ext cx="8288032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Cerințe (MoSCoW)</a:t>
            </a:r>
          </a:p>
        </p:txBody>
      </p:sp>
      <p:pic>
        <p:nvPicPr>
          <p:cNvPr id="5" name="Content Placeholder 4" descr="A table with text on it&#10;&#10;Description automatically generated">
            <a:extLst>
              <a:ext uri="{FF2B5EF4-FFF2-40B4-BE49-F238E27FC236}">
                <a16:creationId xmlns:a16="http://schemas.microsoft.com/office/drawing/2014/main" id="{E8D6149B-9725-11C1-1DD7-E14C41112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281" r="11067" b="-1"/>
          <a:stretch>
            <a:fillRect/>
          </a:stretch>
        </p:blipFill>
        <p:spPr>
          <a:xfrm>
            <a:off x="985968" y="609600"/>
            <a:ext cx="8288033" cy="36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3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39F23F7-3529-0406-2FCB-497FE106D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199" y="4571999"/>
            <a:ext cx="7673801" cy="10876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Cazuri de utilizare</a:t>
            </a:r>
          </a:p>
        </p:txBody>
      </p:sp>
      <p:pic>
        <p:nvPicPr>
          <p:cNvPr id="7" name="Content Placeholder 6" descr="A diagram of a software application&#10;&#10;Description automatically generated">
            <a:extLst>
              <a:ext uri="{FF2B5EF4-FFF2-40B4-BE49-F238E27FC236}">
                <a16:creationId xmlns:a16="http://schemas.microsoft.com/office/drawing/2014/main" id="{55087AB1-7AD8-A75B-7F52-E3B59F460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1" y="1945348"/>
            <a:ext cx="7625162" cy="230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964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F865A-0814-006E-FFE7-3D99865BC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Arhitectura</a:t>
            </a:r>
            <a:r>
              <a:rPr lang="en-GB" dirty="0"/>
              <a:t> pe </a:t>
            </a:r>
            <a:r>
              <a:rPr lang="en-GB" dirty="0" err="1"/>
              <a:t>containere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41778-A3E7-B47B-831A-00FD22AD4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Containere</a:t>
            </a:r>
            <a:r>
              <a:rPr lang="en-GB" b="1" dirty="0"/>
              <a:t> </a:t>
            </a:r>
            <a:r>
              <a:rPr lang="en-GB" b="1" dirty="0" err="1"/>
              <a:t>principale</a:t>
            </a:r>
            <a:endParaRPr lang="en-RO" b="1" dirty="0"/>
          </a:p>
          <a:p>
            <a:pPr lvl="1"/>
            <a:r>
              <a:rPr lang="en-GB" dirty="0"/>
              <a:t>Backend (Spring Boot API)</a:t>
            </a:r>
          </a:p>
          <a:p>
            <a:pPr lvl="1"/>
            <a:r>
              <a:rPr lang="en-GB" dirty="0"/>
              <a:t>Frontend (Vue + Inertia) </a:t>
            </a:r>
            <a:r>
              <a:rPr lang="en-GB" dirty="0" err="1"/>
              <a:t>integrat</a:t>
            </a:r>
            <a:r>
              <a:rPr lang="en-GB" dirty="0"/>
              <a:t> cu </a:t>
            </a:r>
            <a:r>
              <a:rPr lang="en-GB" dirty="0" err="1"/>
              <a:t>Thymeleaf</a:t>
            </a:r>
            <a:endParaRPr lang="en-GB" dirty="0"/>
          </a:p>
          <a:p>
            <a:pPr lvl="1"/>
            <a:r>
              <a:rPr lang="en-GB" dirty="0"/>
              <a:t>Database (MySQL)</a:t>
            </a:r>
          </a:p>
          <a:p>
            <a:pPr lvl="1"/>
            <a:r>
              <a:rPr lang="en-GB" dirty="0" err="1"/>
              <a:t>Servicii</a:t>
            </a:r>
            <a:r>
              <a:rPr lang="en-GB" dirty="0"/>
              <a:t> </a:t>
            </a:r>
            <a:r>
              <a:rPr lang="en-GB" dirty="0" err="1"/>
              <a:t>externe</a:t>
            </a:r>
            <a:r>
              <a:rPr lang="en-GB" dirty="0"/>
              <a:t> (</a:t>
            </a:r>
            <a:r>
              <a:rPr lang="en-GB" dirty="0" err="1"/>
              <a:t>OpenAI</a:t>
            </a:r>
            <a:r>
              <a:rPr lang="en-GB" dirty="0"/>
              <a:t>, </a:t>
            </a:r>
            <a:r>
              <a:rPr lang="en-GB" dirty="0" err="1"/>
              <a:t>Mapbox</a:t>
            </a:r>
            <a:r>
              <a:rPr lang="en-GB" dirty="0"/>
              <a:t>)</a:t>
            </a:r>
          </a:p>
          <a:p>
            <a:pPr lvl="1"/>
            <a:endParaRPr lang="en-GB" dirty="0"/>
          </a:p>
          <a:p>
            <a:r>
              <a:rPr lang="en-GB" b="1" dirty="0" err="1"/>
              <a:t>Beneficii</a:t>
            </a:r>
            <a:endParaRPr lang="en-GB" dirty="0"/>
          </a:p>
          <a:p>
            <a:pPr lvl="1"/>
            <a:r>
              <a:rPr lang="en-GB" dirty="0" err="1"/>
              <a:t>Separare</a:t>
            </a:r>
            <a:r>
              <a:rPr lang="en-GB" dirty="0"/>
              <a:t> </a:t>
            </a:r>
            <a:r>
              <a:rPr lang="en-GB" dirty="0" err="1"/>
              <a:t>clară</a:t>
            </a:r>
            <a:r>
              <a:rPr lang="en-GB" dirty="0"/>
              <a:t> a </a:t>
            </a:r>
            <a:r>
              <a:rPr lang="en-GB" dirty="0" err="1"/>
              <a:t>responsabilităților</a:t>
            </a:r>
            <a:endParaRPr lang="en-GB" dirty="0"/>
          </a:p>
          <a:p>
            <a:pPr lvl="1"/>
            <a:r>
              <a:rPr lang="en-GB" dirty="0" err="1"/>
              <a:t>Scalabilitate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mentenanță</a:t>
            </a:r>
            <a:r>
              <a:rPr lang="en-GB" dirty="0"/>
              <a:t> </a:t>
            </a:r>
            <a:r>
              <a:rPr lang="en-GB" dirty="0" err="1"/>
              <a:t>facilă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1345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AE9AC-A391-00AC-E360-48B736E14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Structura</a:t>
            </a:r>
            <a:r>
              <a:rPr lang="en-GB" dirty="0"/>
              <a:t> backend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459A6-AF18-2E78-1FEC-61F4F4A44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Controllers – endpoint-</a:t>
            </a:r>
            <a:r>
              <a:rPr lang="en-GB" dirty="0" err="1"/>
              <a:t>uri</a:t>
            </a:r>
            <a:r>
              <a:rPr lang="en-GB" dirty="0"/>
              <a:t> REST</a:t>
            </a:r>
          </a:p>
          <a:p>
            <a:r>
              <a:rPr lang="en-GB" dirty="0"/>
              <a:t>Services – business logic + AI</a:t>
            </a:r>
          </a:p>
          <a:p>
            <a:r>
              <a:rPr lang="en-GB" dirty="0"/>
              <a:t>Repositories – </a:t>
            </a:r>
            <a:r>
              <a:rPr lang="en-GB" dirty="0" err="1"/>
              <a:t>acces</a:t>
            </a:r>
            <a:r>
              <a:rPr lang="en-GB" dirty="0"/>
              <a:t> date (JPA)</a:t>
            </a:r>
          </a:p>
          <a:p>
            <a:r>
              <a:rPr lang="en-GB" dirty="0"/>
              <a:t>Models – </a:t>
            </a:r>
            <a:r>
              <a:rPr lang="en-GB" dirty="0" err="1"/>
              <a:t>entități</a:t>
            </a:r>
            <a:r>
              <a:rPr lang="en-GB" dirty="0"/>
              <a:t> Database</a:t>
            </a:r>
          </a:p>
          <a:p>
            <a:r>
              <a:rPr lang="en-GB" dirty="0"/>
              <a:t>Security – </a:t>
            </a:r>
            <a:r>
              <a:rPr lang="en-GB" dirty="0" err="1"/>
              <a:t>filtre</a:t>
            </a:r>
            <a:r>
              <a:rPr lang="en-GB" dirty="0"/>
              <a:t>, </a:t>
            </a:r>
            <a:r>
              <a:rPr lang="en-GB" dirty="0" err="1"/>
              <a:t>interceptori</a:t>
            </a:r>
            <a:r>
              <a:rPr lang="en-GB" dirty="0"/>
              <a:t>, JWT</a:t>
            </a: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964081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RO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51F5D0-3805-38EE-E925-DD741751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380" y="142343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Modelul de date (ERD)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RO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8AD97B-9F29-3CD8-4C62-E513C46BC7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597" y="634270"/>
            <a:ext cx="4299666" cy="560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23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2A1B-A8EC-5469-4F7F-5DFEC849F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Flux de </a:t>
            </a:r>
            <a:r>
              <a:rPr lang="en-GB" dirty="0" err="1"/>
              <a:t>autentificare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843C7-1879-490B-1FCF-073DDA48A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Autentificare</a:t>
            </a:r>
            <a:endParaRPr lang="en-GB" dirty="0"/>
          </a:p>
          <a:p>
            <a:pPr lvl="1"/>
            <a:r>
              <a:rPr lang="en-GB" dirty="0"/>
              <a:t>Login / Register</a:t>
            </a:r>
          </a:p>
          <a:p>
            <a:pPr lvl="1"/>
            <a:r>
              <a:rPr lang="en-GB" dirty="0" err="1"/>
              <a:t>Creare</a:t>
            </a:r>
            <a:r>
              <a:rPr lang="en-GB" dirty="0"/>
              <a:t> </a:t>
            </a:r>
            <a:r>
              <a:rPr lang="en-GB" dirty="0" err="1"/>
              <a:t>AuthSession</a:t>
            </a:r>
            <a:endParaRPr lang="en-GB" dirty="0"/>
          </a:p>
          <a:p>
            <a:pPr lvl="1"/>
            <a:r>
              <a:rPr lang="en-GB" dirty="0" err="1"/>
              <a:t>Emitere</a:t>
            </a:r>
            <a:r>
              <a:rPr lang="en-GB" dirty="0"/>
              <a:t> JWT (HTTP-only cookie)</a:t>
            </a:r>
          </a:p>
          <a:p>
            <a:endParaRPr lang="en-RO" dirty="0"/>
          </a:p>
          <a:p>
            <a:endParaRPr lang="en-RO" dirty="0"/>
          </a:p>
          <a:p>
            <a:r>
              <a:rPr lang="en-RO" dirty="0"/>
              <a:t>Securitate</a:t>
            </a:r>
          </a:p>
          <a:p>
            <a:pPr lvl="1"/>
            <a:r>
              <a:rPr lang="en-GB" dirty="0" err="1"/>
              <a:t>Interceptori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rute</a:t>
            </a:r>
            <a:r>
              <a:rPr lang="en-GB" dirty="0"/>
              <a:t> </a:t>
            </a:r>
            <a:r>
              <a:rPr lang="en-GB" dirty="0" err="1"/>
              <a:t>protejate</a:t>
            </a:r>
            <a:endParaRPr lang="en-GB" dirty="0"/>
          </a:p>
          <a:p>
            <a:pPr lvl="1"/>
            <a:r>
              <a:rPr lang="en-GB" dirty="0" err="1"/>
              <a:t>Revocare</a:t>
            </a:r>
            <a:r>
              <a:rPr lang="en-GB" dirty="0"/>
              <a:t> </a:t>
            </a:r>
            <a:r>
              <a:rPr lang="en-GB" dirty="0" err="1"/>
              <a:t>sesiune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dirty="0" err="1"/>
              <a:t>AuthSession</a:t>
            </a:r>
            <a:endParaRPr lang="en-GB" dirty="0"/>
          </a:p>
          <a:p>
            <a:pPr lvl="1"/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971109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D6150-585C-6054-31FA-886F4095D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Chat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generare</a:t>
            </a:r>
            <a:r>
              <a:rPr lang="en-GB" dirty="0"/>
              <a:t> </a:t>
            </a:r>
            <a:r>
              <a:rPr lang="en-GB" dirty="0" err="1"/>
              <a:t>itinerariu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7CF40-9C96-0391-02C0-6F72686DF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Flux</a:t>
            </a:r>
            <a:endParaRPr lang="en-GB" dirty="0"/>
          </a:p>
          <a:p>
            <a:pPr lvl="1"/>
            <a:r>
              <a:rPr lang="en-GB" dirty="0" err="1"/>
              <a:t>Mesaj</a:t>
            </a:r>
            <a:r>
              <a:rPr lang="en-GB" dirty="0"/>
              <a:t> </a:t>
            </a:r>
            <a:r>
              <a:rPr lang="en-GB" dirty="0" err="1"/>
              <a:t>utilizator</a:t>
            </a:r>
            <a:r>
              <a:rPr lang="en-GB" dirty="0"/>
              <a:t> → Backend</a:t>
            </a:r>
          </a:p>
          <a:p>
            <a:pPr lvl="1"/>
            <a:r>
              <a:rPr lang="en-GB" dirty="0" err="1"/>
              <a:t>Stocare</a:t>
            </a:r>
            <a:r>
              <a:rPr lang="en-GB" dirty="0"/>
              <a:t> chat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mesaj</a:t>
            </a:r>
            <a:endParaRPr lang="en-GB" dirty="0"/>
          </a:p>
          <a:p>
            <a:pPr lvl="1"/>
            <a:r>
              <a:rPr lang="en-GB" dirty="0" err="1"/>
              <a:t>Apel</a:t>
            </a:r>
            <a:r>
              <a:rPr lang="en-GB" dirty="0"/>
              <a:t> </a:t>
            </a:r>
            <a:r>
              <a:rPr lang="en-GB" dirty="0" err="1"/>
              <a:t>OpenAI</a:t>
            </a:r>
            <a:r>
              <a:rPr lang="en-GB" dirty="0"/>
              <a:t> cu context</a:t>
            </a:r>
          </a:p>
          <a:p>
            <a:pPr lvl="1"/>
            <a:r>
              <a:rPr lang="en-GB" dirty="0" err="1"/>
              <a:t>Salvare</a:t>
            </a:r>
            <a:r>
              <a:rPr lang="en-GB" dirty="0"/>
              <a:t> </a:t>
            </a:r>
            <a:r>
              <a:rPr lang="en-GB" dirty="0" err="1"/>
              <a:t>răspuns</a:t>
            </a:r>
            <a:r>
              <a:rPr lang="en-GB" dirty="0"/>
              <a:t> + </a:t>
            </a:r>
            <a:r>
              <a:rPr lang="en-GB" dirty="0" err="1"/>
              <a:t>itinerariu</a:t>
            </a:r>
            <a:r>
              <a:rPr lang="en-GB" dirty="0"/>
              <a:t> JSON</a:t>
            </a:r>
          </a:p>
          <a:p>
            <a:pPr lvl="1"/>
            <a:endParaRPr lang="en-GB" dirty="0"/>
          </a:p>
          <a:p>
            <a:r>
              <a:rPr lang="en-GB" b="1" dirty="0" err="1"/>
              <a:t>Avantaj</a:t>
            </a:r>
            <a:endParaRPr lang="en-GB" dirty="0"/>
          </a:p>
          <a:p>
            <a:pPr lvl="1"/>
            <a:r>
              <a:rPr lang="en-GB" dirty="0" err="1"/>
              <a:t>Recomandări</a:t>
            </a:r>
            <a:r>
              <a:rPr lang="en-GB" dirty="0"/>
              <a:t> </a:t>
            </a:r>
            <a:r>
              <a:rPr lang="en-GB" dirty="0" err="1"/>
              <a:t>personalizate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reutilizabile</a:t>
            </a:r>
            <a:endParaRPr lang="en-GB" dirty="0"/>
          </a:p>
          <a:p>
            <a:pPr lvl="1"/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325628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6A7C2-EB5A-5818-108D-E8FA87E1A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Upload </a:t>
            </a:r>
            <a:r>
              <a:rPr lang="en-GB" dirty="0" err="1"/>
              <a:t>documente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D2DD1-A5C2-7269-BED9-A38A0B457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Tipuri</a:t>
            </a:r>
            <a:r>
              <a:rPr lang="en-GB" b="1" dirty="0"/>
              <a:t> </a:t>
            </a:r>
            <a:r>
              <a:rPr lang="en-GB" b="1" dirty="0" err="1"/>
              <a:t>documente</a:t>
            </a:r>
            <a:r>
              <a:rPr lang="en-GB" b="1" dirty="0"/>
              <a:t> pe care </a:t>
            </a:r>
            <a:r>
              <a:rPr lang="en-GB" b="1" dirty="0" err="1"/>
              <a:t>utilizatorul</a:t>
            </a:r>
            <a:r>
              <a:rPr lang="en-GB" b="1" dirty="0"/>
              <a:t> le </a:t>
            </a:r>
            <a:r>
              <a:rPr lang="en-GB" b="1" dirty="0" err="1"/>
              <a:t>poate</a:t>
            </a:r>
            <a:r>
              <a:rPr lang="en-GB" b="1" dirty="0"/>
              <a:t> </a:t>
            </a:r>
            <a:r>
              <a:rPr lang="en-GB" b="1" dirty="0" err="1"/>
              <a:t>încărca</a:t>
            </a:r>
            <a:endParaRPr lang="en-GB" dirty="0"/>
          </a:p>
          <a:p>
            <a:pPr lvl="1"/>
            <a:r>
              <a:rPr lang="en-GB" dirty="0" err="1"/>
              <a:t>Bilet</a:t>
            </a:r>
            <a:r>
              <a:rPr lang="en-GB" dirty="0"/>
              <a:t> avion</a:t>
            </a:r>
          </a:p>
          <a:p>
            <a:pPr lvl="1"/>
            <a:r>
              <a:rPr lang="en-GB" dirty="0" err="1"/>
              <a:t>Factură</a:t>
            </a:r>
            <a:r>
              <a:rPr lang="en-GB" dirty="0"/>
              <a:t> </a:t>
            </a:r>
            <a:r>
              <a:rPr lang="en-GB" dirty="0" err="1"/>
              <a:t>cazare</a:t>
            </a:r>
            <a:endParaRPr lang="en-GB" dirty="0"/>
          </a:p>
          <a:p>
            <a:pPr lvl="1"/>
            <a:r>
              <a:rPr lang="en-GB" dirty="0" err="1"/>
              <a:t>Documente</a:t>
            </a:r>
            <a:r>
              <a:rPr lang="en-GB" dirty="0"/>
              <a:t> </a:t>
            </a:r>
            <a:r>
              <a:rPr lang="en-GB" dirty="0" err="1"/>
              <a:t>generice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 err="1"/>
              <a:t>Proces</a:t>
            </a:r>
            <a:endParaRPr lang="en-GB" dirty="0"/>
          </a:p>
          <a:p>
            <a:pPr lvl="1"/>
            <a:r>
              <a:rPr lang="en-GB" dirty="0"/>
              <a:t>Upload </a:t>
            </a:r>
            <a:r>
              <a:rPr lang="en-GB" dirty="0" err="1"/>
              <a:t>către</a:t>
            </a:r>
            <a:r>
              <a:rPr lang="en-GB" dirty="0"/>
              <a:t> backend</a:t>
            </a:r>
          </a:p>
          <a:p>
            <a:pPr lvl="1"/>
            <a:r>
              <a:rPr lang="en-GB" dirty="0" err="1"/>
              <a:t>Analiză</a:t>
            </a:r>
            <a:r>
              <a:rPr lang="en-GB" dirty="0"/>
              <a:t> AI</a:t>
            </a:r>
          </a:p>
          <a:p>
            <a:pPr lvl="1"/>
            <a:r>
              <a:rPr lang="en-GB" dirty="0" err="1"/>
              <a:t>Rezultatul</a:t>
            </a:r>
            <a:r>
              <a:rPr lang="en-GB" dirty="0"/>
              <a:t> </a:t>
            </a:r>
            <a:r>
              <a:rPr lang="en-GB" dirty="0" err="1"/>
              <a:t>adăugat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conversație</a:t>
            </a:r>
            <a:endParaRPr lang="en-GB" dirty="0"/>
          </a:p>
          <a:p>
            <a:pPr lvl="1"/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4157461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EE7EB-DBE0-32B8-15FC-1DDD9EDE0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Trip Profile (</a:t>
            </a:r>
            <a:r>
              <a:rPr lang="en-GB" dirty="0" err="1"/>
              <a:t>Preferințe</a:t>
            </a:r>
            <a:r>
              <a:rPr lang="en-GB" dirty="0"/>
              <a:t>)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AF57D-E52C-2A80-309F-D9D7F93E6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Informații</a:t>
            </a:r>
            <a:r>
              <a:rPr lang="en-GB" b="1" dirty="0"/>
              <a:t> </a:t>
            </a:r>
            <a:r>
              <a:rPr lang="en-GB" b="1" dirty="0" err="1"/>
              <a:t>salvate</a:t>
            </a:r>
            <a:endParaRPr lang="en-GB" dirty="0"/>
          </a:p>
          <a:p>
            <a:pPr lvl="1"/>
            <a:r>
              <a:rPr lang="en-RO" dirty="0"/>
              <a:t>Destinație</a:t>
            </a:r>
          </a:p>
          <a:p>
            <a:pPr lvl="1"/>
            <a:r>
              <a:rPr lang="en-RO" dirty="0"/>
              <a:t>Interval</a:t>
            </a:r>
          </a:p>
          <a:p>
            <a:pPr lvl="1"/>
            <a:r>
              <a:rPr lang="en-RO" dirty="0"/>
              <a:t>Buget</a:t>
            </a:r>
          </a:p>
          <a:p>
            <a:pPr lvl="1"/>
            <a:r>
              <a:rPr lang="en-RO" dirty="0"/>
              <a:t>Număr călătorii</a:t>
            </a:r>
          </a:p>
          <a:p>
            <a:pPr lvl="1"/>
            <a:r>
              <a:rPr lang="en-RO" dirty="0"/>
              <a:t>Interese și/sau constrângeri</a:t>
            </a:r>
          </a:p>
          <a:p>
            <a:pPr lvl="1"/>
            <a:endParaRPr lang="en-RO" dirty="0"/>
          </a:p>
          <a:p>
            <a:r>
              <a:rPr lang="en-RO" dirty="0"/>
              <a:t>Rol</a:t>
            </a:r>
          </a:p>
          <a:p>
            <a:pPr lvl="1"/>
            <a:r>
              <a:rPr lang="en-GB" dirty="0"/>
              <a:t>Context </a:t>
            </a:r>
            <a:r>
              <a:rPr lang="en-GB" dirty="0" err="1"/>
              <a:t>suplimentar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AI</a:t>
            </a:r>
          </a:p>
          <a:p>
            <a:pPr lvl="1"/>
            <a:r>
              <a:rPr lang="en-GB" dirty="0" err="1"/>
              <a:t>Recomandări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relevante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6518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58442-080A-6710-B8CB-504B4736D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Hartă și vizualizare locații</a:t>
            </a:r>
            <a:endParaRPr lang="en-RO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CB220-1E0C-A7F8-7E62-8DF6AB061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chemeClr val="bg1"/>
                </a:solidFill>
              </a:rPr>
              <a:t>Funcționalitate</a:t>
            </a:r>
            <a:endParaRPr lang="en-GB">
              <a:solidFill>
                <a:schemeClr val="bg1"/>
              </a:solidFill>
            </a:endParaRPr>
          </a:p>
          <a:p>
            <a:pPr lvl="1"/>
            <a:r>
              <a:rPr lang="en-GB">
                <a:solidFill>
                  <a:schemeClr val="bg1"/>
                </a:solidFill>
              </a:rPr>
              <a:t>Extrage locații din răspunsul AI</a:t>
            </a:r>
          </a:p>
          <a:p>
            <a:pPr lvl="1"/>
            <a:r>
              <a:rPr lang="en-GB">
                <a:solidFill>
                  <a:schemeClr val="bg1"/>
                </a:solidFill>
              </a:rPr>
              <a:t>Geocoding prin Mapbox</a:t>
            </a:r>
          </a:p>
          <a:p>
            <a:pPr lvl="1"/>
            <a:r>
              <a:rPr lang="en-GB">
                <a:solidFill>
                  <a:schemeClr val="bg1"/>
                </a:solidFill>
              </a:rPr>
              <a:t>Afișare pe hartă Leaflet</a:t>
            </a:r>
          </a:p>
          <a:p>
            <a:pPr lvl="1"/>
            <a:endParaRPr lang="en-RO">
              <a:solidFill>
                <a:schemeClr val="bg1"/>
              </a:solidFill>
            </a:endParaRPr>
          </a:p>
          <a:p>
            <a:r>
              <a:rPr lang="en-RO">
                <a:solidFill>
                  <a:schemeClr val="bg1"/>
                </a:solidFill>
              </a:rPr>
              <a:t>Beneficiu</a:t>
            </a:r>
          </a:p>
          <a:p>
            <a:pPr lvl="1"/>
            <a:r>
              <a:rPr lang="en-GB">
                <a:solidFill>
                  <a:schemeClr val="bg1"/>
                </a:solidFill>
              </a:rPr>
              <a:t>Vizualizare spațială a itinerariului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2DF5BD-6CC7-AAF6-7CEA-F3C20831B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629" y="2019075"/>
            <a:ext cx="6568266" cy="3481180"/>
          </a:xfrm>
          <a:prstGeom prst="rect">
            <a:avLst/>
          </a:prstGeom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067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6050-B27C-30E8-F5D2-8580A7764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Limitări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dezvoltări</a:t>
            </a:r>
            <a:r>
              <a:rPr lang="en-GB" dirty="0"/>
              <a:t> </a:t>
            </a:r>
            <a:r>
              <a:rPr lang="en-GB" dirty="0" err="1"/>
              <a:t>viitoare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F8344-023C-1923-8379-F1AE246D4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Limitări</a:t>
            </a:r>
            <a:endParaRPr lang="en-GB" dirty="0"/>
          </a:p>
          <a:p>
            <a:pPr lvl="1"/>
            <a:r>
              <a:rPr lang="en-GB" dirty="0" err="1"/>
              <a:t>Dependență</a:t>
            </a:r>
            <a:r>
              <a:rPr lang="en-GB" dirty="0"/>
              <a:t> de output-</a:t>
            </a:r>
            <a:r>
              <a:rPr lang="en-GB" dirty="0" err="1"/>
              <a:t>ul</a:t>
            </a:r>
            <a:r>
              <a:rPr lang="en-GB" dirty="0"/>
              <a:t> AI</a:t>
            </a:r>
          </a:p>
          <a:p>
            <a:pPr lvl="1"/>
            <a:r>
              <a:rPr lang="en-GB" dirty="0" err="1"/>
              <a:t>Observabilitate</a:t>
            </a:r>
            <a:r>
              <a:rPr lang="en-GB" dirty="0"/>
              <a:t> </a:t>
            </a:r>
            <a:r>
              <a:rPr lang="en-GB" dirty="0" err="1"/>
              <a:t>minimă</a:t>
            </a:r>
            <a:endParaRPr lang="en-GB" dirty="0"/>
          </a:p>
          <a:p>
            <a:pPr lvl="1"/>
            <a:endParaRPr lang="en-RO" dirty="0"/>
          </a:p>
          <a:p>
            <a:r>
              <a:rPr lang="en-GB" b="1" dirty="0" err="1"/>
              <a:t>Dezvoltări</a:t>
            </a:r>
            <a:r>
              <a:rPr lang="en-GB" b="1" dirty="0"/>
              <a:t> </a:t>
            </a:r>
            <a:r>
              <a:rPr lang="en-GB" b="1" dirty="0" err="1"/>
              <a:t>viitoare</a:t>
            </a:r>
            <a:endParaRPr lang="en-GB" dirty="0"/>
          </a:p>
          <a:p>
            <a:pPr lvl="1"/>
            <a:r>
              <a:rPr lang="en-GB" dirty="0"/>
              <a:t>Cache </a:t>
            </a:r>
            <a:r>
              <a:rPr lang="en-GB" dirty="0" err="1"/>
              <a:t>Mapbox</a:t>
            </a:r>
            <a:endParaRPr lang="en-GB" dirty="0"/>
          </a:p>
          <a:p>
            <a:pPr lvl="1"/>
            <a:r>
              <a:rPr lang="en-GB" dirty="0"/>
              <a:t>Securitate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observabilitate</a:t>
            </a:r>
            <a:r>
              <a:rPr lang="en-GB" dirty="0"/>
              <a:t> </a:t>
            </a:r>
            <a:r>
              <a:rPr lang="en-GB" dirty="0" err="1"/>
              <a:t>avansată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7013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687F3-8744-88DB-EA0C-5B3B7A730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951973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</TotalTime>
  <Words>309</Words>
  <Application>Microsoft Macintosh PowerPoint</Application>
  <PresentationFormat>Widescreen</PresentationFormat>
  <Paragraphs>97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Trebuchet MS</vt:lpstr>
      <vt:lpstr>Wingdings 3</vt:lpstr>
      <vt:lpstr>Facet</vt:lpstr>
      <vt:lpstr>Travel Recommendation</vt:lpstr>
      <vt:lpstr>Context și motivație</vt:lpstr>
      <vt:lpstr>Scop și obiective</vt:lpstr>
      <vt:lpstr>Cerințe (MoSCoW)</vt:lpstr>
      <vt:lpstr>Cazuri de utilizare</vt:lpstr>
      <vt:lpstr>Arhitectura pe containere</vt:lpstr>
      <vt:lpstr>Structura backend</vt:lpstr>
      <vt:lpstr>Modelul de date (ERD)</vt:lpstr>
      <vt:lpstr>Flux de autentificare</vt:lpstr>
      <vt:lpstr>Chat și generare itinerariu</vt:lpstr>
      <vt:lpstr>Upload documente</vt:lpstr>
      <vt:lpstr>Trip Profile (Preferințe)</vt:lpstr>
      <vt:lpstr>Hartă și vizualizare locații</vt:lpstr>
      <vt:lpstr>Limitări și dezvoltări viitoare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Recommendation</dc:title>
  <dc:creator>Alex Pop</dc:creator>
  <cp:lastModifiedBy>Alex Pop</cp:lastModifiedBy>
  <cp:revision>15</cp:revision>
  <dcterms:created xsi:type="dcterms:W3CDTF">2026-01-13T07:17:26Z</dcterms:created>
  <dcterms:modified xsi:type="dcterms:W3CDTF">2026-01-13T07:40:34Z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2026-01-13T07:20:31Z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b6404ee7-ebc3-49ec-bcca-3045b30edfd9</vt:lpwstr>
  </property>
  <property fmtid="{D5CDD505-2E9C-101B-9397-08002B2CF9AE}" pid="8" name="MSIP_Label_5b58b62f-6f94-46bd-8089-18e64b0a9abb_ContentBits">
    <vt:lpwstr>0</vt:lpwstr>
  </property>
</Properties>
</file>